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only for your team. Delete it before you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0:15 — this slide stays up while you say your hook.
Do NOT open with "Hello, we are Team X and today we will present…". The jury hears that 7 times in a row.
Start with a hook instead:
• a question ("Who here has waited two hours for a simple answer?")
• one surprising number about the problem
• a one-line story about one real person
• or the best moment of your demo.
Your team name goes at the end of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0:45
The jury wrote this challenge — you don't need to prove the problem exists. Be short:
• who has it
• one real example
• one strong number (big box on the right).
Jury criterion: RELEVANCE TO THE CHALLENGE. Reuse the provider's own words from the challenge brief.
Don't explain the whole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part of the 2:00 for solution + demo (keep this slide to ~20 seconds)
One sentence + max 3 features. Only features you actually built.
Then go straight to the demo — that's what the jury came to see.
Jury criterion: INNOVATION — what's new about your approach?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~1:40 (the biggest part of your pitch)
• Show the real product working: one user, one flow, start to finish.
• Skip login screens and menus.
• Zoom in — the jury is not sitting 30 cm from your laptop.
• Live demos crash: keep your demo video open in another tab. If anything freezes, switch to the video and keep talking.
Jury criterion: QUALITY OF EXECUTION — does it actually work?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0:45
One simple diagram — don't read your tech stack line by line.
Be honest about what's mocked: after 48 hours everyone has shortcuts. The jury respects honesty and punishes surprises in Q&amp;A.
If the challenge had constraints (on-premise, bilingual, official documents only, open data) — show how you respected them.
Jury criterion: TECHNICAL FEASIBILITY — could this really work?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0:25
Put numbers on it: hours saved, costs cut, people reached. An honest estimate beats "huge potential".
Say briefly how you estimated them.
Don't invent market numbers — this jury is not investors, it's the organisation that wrote the challenge.
Jury criterion: IMPACT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0:20
One realistic next step is enough. Show the challenge provider what Monday looks like if they say yes.
Don't promise to change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0:15
Names and roles, one line each. Why this team can finish the job — and who stays on after the weekend.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0:15
End on the result: repeat your one sentence, then say "thank you" and your team name.
Then the 5-minute Q&amp;A starts. Decide now who answers tech questions and who answers business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technical details, extra screenshots, data sources or a business model here. Use them to answer Q&amp;A questions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the jury often asks — prepare an answer (or a backup slide) for each:
• "How is this different from what already exists?"
• "What's real, and what's mocked?"
• "Does it work with real data?"
• "What would you need to go live?"
In Q&amp;A: pause, answer in 2–3 sentences. If you don't know: "We haven't tested that yet — here's how we would." Never argue with the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4480560" cy="45720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THIS SLIDE BEFORE SUBMITTING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005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2039112"/>
            <a:ext cx="457200" cy="45720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9659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every [text in brackets]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it and type over it — your text keeps the right style. Leave no brackets behind.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752344"/>
            <a:ext cx="457200" cy="45720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6791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to 9 slides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to pitch + 5 minutes of Q&amp;A. Extra details go in the backup slides.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" y="3465576"/>
            <a:ext cx="457200" cy="45720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39242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 slide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hook 0:15 · Problem 0:45 · Solution + demo 2:00 · How it works 0:45 · Impact + next steps 0:45 · Team + close 0:30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105656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speaker notes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slide has notes below it: what to say and what the jury is looking for.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4892040"/>
            <a:ext cx="457200" cy="45720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481888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jury scores 4 things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to the challenge · Innovation &amp; feasibility · Impact · Execution &amp; pitch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2920" y="5605272"/>
            <a:ext cx="457200" cy="45720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553212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on the GigaHack platform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(.pptx) + demo video. Deadline Sunday 15:00 — upload by 14:30.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pic>
        <p:nvPicPr>
          <p:cNvPr id="3" name="Image 1" descr="/tmp/claude-0/-home-claude/e48bd055-a5b8-5cc1-9814-be7f81f1d968/scratchpad/pitch/img/s1_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3657600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463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0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[Project name]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697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one-sentence pitch: For [who] who struggle with [problem], we built [solution] that [result].]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1440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663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[AI/ML · Smart City · HealthTech · GeoTech · AgriFood · Cybersecurity · Open Challenge] — [challenge provider]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46634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 — [Name 1, Name 2, Name 3…]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6949440" cy="4480560"/>
          </a:xfrm>
          <a:prstGeom prst="roundRect">
            <a:avLst>
              <a:gd name="adj" fmla="val 2449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THIS PROBLEM?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City Hall staff who answer the same citizen questions every day]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TODAY?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29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[Describe it through one real person or case. Use the words from the challenge brief.]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 TO THE CHALLENGE PROVIDER?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54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sentence: what it costs them in time, money or risk]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26680" y="1463040"/>
            <a:ext cx="3959352" cy="4480560"/>
          </a:xfrm>
          <a:prstGeom prst="roundRect">
            <a:avLst>
              <a:gd name="adj" fmla="val 2771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00EF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2011680"/>
            <a:ext cx="3959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6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 h]</a:t>
            </a:r>
            <a:endParaRPr lang="en-US" sz="6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65760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strong number that shows the pain — e.g. "hours per week spent on manual notes"]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11183112" cy="1417320"/>
          </a:xfrm>
          <a:prstGeom prst="roundRect">
            <a:avLst>
              <a:gd name="adj" fmla="val 7742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00EF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built, in one sentence — e.g. "A bilingual assistant that answers citizens' questions from official documents, always citing the source."]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3154680"/>
            <a:ext cx="3611880" cy="2788920"/>
          </a:xfrm>
          <a:prstGeom prst="roundRect">
            <a:avLst>
              <a:gd name="adj" fmla="val 393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feature 1]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 user can do with it, in one line]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88536" y="3154680"/>
            <a:ext cx="3611880" cy="2788920"/>
          </a:xfrm>
          <a:prstGeom prst="roundRect">
            <a:avLst>
              <a:gd name="adj" fmla="val 393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2856" y="3383280"/>
            <a:ext cx="502920" cy="50292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2856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62856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feature 2]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62856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 user can do with it, in one line]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74152" y="3154680"/>
            <a:ext cx="3611880" cy="2788920"/>
          </a:xfrm>
          <a:prstGeom prst="roundRect">
            <a:avLst>
              <a:gd name="adj" fmla="val 393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48472" y="3383280"/>
            <a:ext cx="502920" cy="50292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4847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48472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feature 3]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48472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 user can do with it, in one line]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11183112" cy="4480560"/>
          </a:xfrm>
          <a:prstGeom prst="roundRect">
            <a:avLst>
              <a:gd name="adj" fmla="val 2449"/>
            </a:avLst>
          </a:prstGeom>
          <a:solidFill>
            <a:srgbClr val="0C120E">
              <a:alpha val="75000"/>
            </a:srgbClr>
          </a:solidFill>
          <a:ln w="19050">
            <a:solidFill>
              <a:srgbClr val="00EF00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1097280" y="1463040"/>
            <a:ext cx="9966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[Paste your best screenshot here — or insert your demo video (Insert → Video)]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[Show ONE user doing ONE task, start to finish. Zoom in so the back row can read it.]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5087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goes in — e.g. PDF documents, aerial images, audio]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2240280"/>
            <a:ext cx="658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453128" y="15087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00EF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2744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ENGINE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27448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happens — e.g. LLM + retrieval, computer vision model]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44968" y="2240280"/>
            <a:ext cx="658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8403336" y="15087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77656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677656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 user gets — e.g. answer with source, map, meeting minutes]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2920" y="39776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REAL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5720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fully works today — e.g. the full flow on 50 real documents]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99632" y="39776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73952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STILL MOCKED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45720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 honest — e.g. the login, the integration with the hospital's system]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508760"/>
            <a:ext cx="3611880" cy="2560320"/>
          </a:xfrm>
          <a:prstGeom prst="roundRect">
            <a:avLst>
              <a:gd name="adj" fmla="val 4286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00EF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[−70%]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017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[less time per task]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88536" y="1508760"/>
            <a:ext cx="3611880" cy="2560320"/>
          </a:xfrm>
          <a:prstGeom prst="roundRect">
            <a:avLst>
              <a:gd name="adj" fmla="val 4286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88536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 h]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4562856" y="3017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[saved per week]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74152" y="1508760"/>
            <a:ext cx="3611880" cy="2560320"/>
          </a:xfrm>
          <a:prstGeom prst="roundRect">
            <a:avLst>
              <a:gd name="adj" fmla="val 4286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74152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[5,000]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8348472" y="3017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[people reached]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4297680"/>
            <a:ext cx="11183112" cy="1645920"/>
          </a:xfrm>
          <a:prstGeom prst="roundRect">
            <a:avLst>
              <a:gd name="adj" fmla="val 666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THE CHALLENGE PROVIDER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or two sentences: what changes for them if they use it — and how you estimated the numbers above]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188720" y="2103120"/>
            <a:ext cx="7498080" cy="0"/>
          </a:xfrm>
          <a:prstGeom prst="line">
            <a:avLst/>
          </a:prstGeom>
          <a:noFill/>
          <a:ln w="25400">
            <a:solidFill>
              <a:srgbClr val="00EF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0EF00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test with 5 real users from the challenge provider]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828800"/>
            <a:ext cx="548640" cy="548640"/>
          </a:xfrm>
          <a:prstGeom prst="ellipse">
            <a:avLst/>
          </a:prstGeom>
          <a:solidFill>
            <a:srgbClr val="00EF00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MONTH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pilot with real data]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00EF00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 MONTHS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first version live]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4434840"/>
            <a:ext cx="11183112" cy="1508760"/>
          </a:xfrm>
          <a:prstGeom prst="roundRect">
            <a:avLst>
              <a:gd name="adj" fmla="val 7273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(OPTIONAL)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029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access to real data, a pilot with the challenge provider, an intro to…]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508760"/>
            <a:ext cx="2103120" cy="3749040"/>
          </a:xfrm>
          <a:prstGeom prst="roundRect">
            <a:avLst>
              <a:gd name="adj" fmla="val 521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783080"/>
            <a:ext cx="1371600" cy="1371600"/>
          </a:xfrm>
          <a:prstGeom prst="ellipse">
            <a:avLst/>
          </a:prstGeom>
          <a:solidFill>
            <a:srgbClr val="0C120E">
              <a:alpha val="70000"/>
            </a:srgbClr>
          </a:solidFill>
          <a:ln w="15875">
            <a:solidFill>
              <a:srgbClr val="00EF00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160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line: why you]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70632" y="1508760"/>
            <a:ext cx="2103120" cy="3749040"/>
          </a:xfrm>
          <a:prstGeom prst="roundRect">
            <a:avLst>
              <a:gd name="adj" fmla="val 521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36392" y="1783080"/>
            <a:ext cx="1371600" cy="1371600"/>
          </a:xfrm>
          <a:prstGeom prst="ellipse">
            <a:avLst/>
          </a:prstGeom>
          <a:solidFill>
            <a:srgbClr val="0C120E">
              <a:alpha val="70000"/>
            </a:srgbClr>
          </a:solidFill>
          <a:ln w="15875">
            <a:solidFill>
              <a:srgbClr val="00EF0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136392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[photo]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953512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953512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953512" y="4160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line: why you]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38344" y="1508760"/>
            <a:ext cx="2103120" cy="3749040"/>
          </a:xfrm>
          <a:prstGeom prst="roundRect">
            <a:avLst>
              <a:gd name="adj" fmla="val 521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04104" y="1783080"/>
            <a:ext cx="1371600" cy="1371600"/>
          </a:xfrm>
          <a:prstGeom prst="ellipse">
            <a:avLst/>
          </a:prstGeom>
          <a:solidFill>
            <a:srgbClr val="0C120E">
              <a:alpha val="70000"/>
            </a:srgbClr>
          </a:solidFill>
          <a:ln w="15875">
            <a:solidFill>
              <a:srgbClr val="00EF00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5404104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[photo]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221224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221224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21224" y="4160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line: why you]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306056" y="1508760"/>
            <a:ext cx="2103120" cy="3749040"/>
          </a:xfrm>
          <a:prstGeom prst="roundRect">
            <a:avLst>
              <a:gd name="adj" fmla="val 521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71816" y="1783080"/>
            <a:ext cx="1371600" cy="1371600"/>
          </a:xfrm>
          <a:prstGeom prst="ellipse">
            <a:avLst/>
          </a:prstGeom>
          <a:solidFill>
            <a:srgbClr val="0C120E">
              <a:alpha val="70000"/>
            </a:srgbClr>
          </a:solidFill>
          <a:ln w="15875">
            <a:solidFill>
              <a:srgbClr val="00EF00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7671816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[photo]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488936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488936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88936" y="4160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line: why you]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573768" y="1508760"/>
            <a:ext cx="2103120" cy="3749040"/>
          </a:xfrm>
          <a:prstGeom prst="roundRect">
            <a:avLst>
              <a:gd name="adj" fmla="val 521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939528" y="1783080"/>
            <a:ext cx="1371600" cy="1371600"/>
          </a:xfrm>
          <a:prstGeom prst="ellipse">
            <a:avLst/>
          </a:prstGeom>
          <a:solidFill>
            <a:srgbClr val="0C120E">
              <a:alpha val="70000"/>
            </a:srgbClr>
          </a:solidFill>
          <a:ln w="15875">
            <a:solidFill>
              <a:srgbClr val="00EF00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9939528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[photo]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756648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756648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756648" y="4160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line: why you]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5486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have 2–5 people — delete the cards you don't need, then delete this line.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1887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[Repeat your one-sentence pitch here — the last thing the jury remembers]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 · [email / LinkedIn] · [link to demo or repo]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235440" y="342900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0C120E">
              <a:alpha val="75000"/>
            </a:srgbClr>
          </a:solidFill>
          <a:ln w="15875">
            <a:solidFill>
              <a:srgbClr val="00EF0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9235440" y="3429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 code to demo or repo]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slides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 of the 5 minutes. Show them only if the jury asks.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details for Q&amp;A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50876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737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[Architecture, models, data sources, accuracy you measured]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5352" y="150876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19672" y="1737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/ SUSTAINABILITY (OPTIONAL)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519672" y="219456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[Who would pay, or how it keeps running after the hackathon]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GigaHack 2026 — Pitch Template</dc:title>
  <dc:subject>PptxGenJS Presentation</dc:subject>
  <dc:creator>PptxGenJS</dc:creator>
  <cp:lastModifiedBy>PptxGenJS</cp:lastModifiedBy>
  <cp:revision>1</cp:revision>
  <dcterms:created xsi:type="dcterms:W3CDTF">2026-09-26T10:17:35Z</dcterms:created>
  <dcterms:modified xsi:type="dcterms:W3CDTF">2026-09-26T10:17:35Z</dcterms:modified>
</cp:coreProperties>
</file>