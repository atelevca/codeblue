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CodeBlue turns an audio recording into a transcript with speakers, corrected terminology and meeting minutes that are checked against the transcript. Everything runs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2361" y="2682419"/>
            <a:ext cx="90364" cy="1035962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2968" y="2589495"/>
            <a:ext cx="90364" cy="1221809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23576" y="2192988"/>
            <a:ext cx="90364" cy="2014824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4183" y="1827865"/>
            <a:ext cx="90364" cy="2745070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24790" y="1851612"/>
            <a:ext cx="90364" cy="2697575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75397" y="2390124"/>
            <a:ext cx="90364" cy="1620551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26004" y="2161203"/>
            <a:ext cx="90364" cy="2078394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6611" y="1439389"/>
            <a:ext cx="90364" cy="3522022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7218" y="1218820"/>
            <a:ext cx="90364" cy="3963160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7825" y="1593420"/>
            <a:ext cx="90364" cy="3213960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8432" y="2316674"/>
            <a:ext cx="90364" cy="1767451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9039" y="2429757"/>
            <a:ext cx="90364" cy="1541287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9646" y="2182839"/>
            <a:ext cx="90364" cy="2035123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0253" y="2365422"/>
            <a:ext cx="90364" cy="1669955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30860" y="2687657"/>
            <a:ext cx="90364" cy="1025486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81467" y="2553848"/>
            <a:ext cx="90364" cy="1293104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32074" y="2566618"/>
            <a:ext cx="90364" cy="1267565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82681" y="1999765"/>
            <a:ext cx="90364" cy="2401270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3288" y="1505066"/>
            <a:ext cx="90364" cy="3390667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83896" y="1454957"/>
            <a:ext cx="90364" cy="3490887"/>
          </a:xfrm>
          <a:prstGeom prst="roundRect">
            <a:avLst>
              <a:gd name="adj" fmla="val 30357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4503" y="1975900"/>
            <a:ext cx="90364" cy="2449001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85110" y="2543966"/>
            <a:ext cx="90364" cy="1312867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5717" y="1749219"/>
            <a:ext cx="90364" cy="2902362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86324" y="1418982"/>
            <a:ext cx="90364" cy="3562835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36931" y="1652192"/>
            <a:ext cx="90364" cy="3096417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7538" y="2213974"/>
            <a:ext cx="90364" cy="1972852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38145" y="2691723"/>
            <a:ext cx="90364" cy="1017353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88752" y="2571617"/>
            <a:ext cx="90364" cy="1257566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39359" y="2575294"/>
            <a:ext cx="90364" cy="1250211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9966" y="2245524"/>
            <a:ext cx="90364" cy="1909751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40573" y="2198071"/>
            <a:ext cx="90364" cy="2004658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91180" y="2611816"/>
            <a:ext cx="90364" cy="1177168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41787" y="2054461"/>
            <a:ext cx="90364" cy="2291878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92394" y="1403363"/>
            <a:ext cx="90364" cy="3594074"/>
          </a:xfrm>
          <a:prstGeom prst="roundRect">
            <a:avLst>
              <a:gd name="adj" fmla="val 30357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CODEBLUE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1691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recorded meeting to verified minutes</a:t>
            </a:r>
            <a:endParaRPr lang="en-US" sz="4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7033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speech-to-minutes for clinical rounds and business meetings — Romanian with Russian insertions, medical vocabulary, no audio leaving the building.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Hackathon · 2026   |   Angular 22 · ASP.NET Core (.NET 10) · Whisper · sherpa-onnx · Qwen2.5 (local)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CodeBlue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rounds and meetings are spoken in Romanian with Russian words mixed in, full of drug names and abbreviations.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minutes by hand takes time; cloud speech services are not an option for patient data.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recording, describe it in one form, and get back a transcript split by speaker.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LLM fixes misheard medical terms, writes the minutes, then checks them against the transcript.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PDF, send by e-mail, copy as 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B3B3D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72084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28620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runs in-process on the 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89720" y="16002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41832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28620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WorkflowCore, progress in 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8404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5102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administrative, financial profiles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9720" y="38404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41832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+ RU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speech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5102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 forced to Romanian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four steps for the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stored in its own job folder and probed with ffprobe. Nothing is processed yet.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36392" y="2898648"/>
            <a:ext cx="219456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64592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920240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1920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25146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332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/jobs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number of speakers and discussion type. This call starts the pipeline.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1032" y="2898648"/>
            <a:ext cx="219456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17920" y="164592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920240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920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46520" y="25146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/jobs/{id}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polls every 3 s and shows percent and the current step.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05672" y="2898648"/>
            <a:ext cx="219456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164592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1160" y="1920240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84080" y="1920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share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81160" y="25146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7260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/document/…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with verification, transcript, speaker linking, PDF and e-mail.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(Jobs.Status in healthtech.db — the single source of truth for the UI)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8A918E"/>
          </a:solidFill>
          <a:ln w="12700">
            <a:solidFill>
              <a:srgbClr val="8A918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23160" y="5280660"/>
            <a:ext cx="411480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88036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8036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5280660"/>
            <a:ext cx="411480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21208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86600" y="5280660"/>
            <a:ext cx="411480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4380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4380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875520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7552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step can fail →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rows are hidden from the list and survive a restart; Pending/Running rows left over after a crash are marked Failed at startup.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browser app, one API, everything else local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19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CodeBlue UI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· signals · zoneless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2316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/new and /rec/:id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survive navigation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ProcessingTracker polls jobs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proxy → API paths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21608" y="1719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.NET 10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21608" y="242316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controllers → services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IExceptionHandler → RFC 7807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profiles &amp; prompts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via PDFsharp/MigraDoc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0B3B3D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93408" y="1719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93408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WorkflowCore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242316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JobSteps, % per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on error, no retry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guard on every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Orphans failed at startup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554480"/>
            <a:ext cx="21945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65208" y="1719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65208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models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65208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/ ffprobe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 (Vulkan)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 diarization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GGUF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329184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926080"/>
            <a:ext cx="329184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16568" y="2926080"/>
            <a:ext cx="329184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8920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49808" y="50566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healthtech.db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394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Persons, SpeakerBindings — Dapper over SQLite, schema.sql re-run idempotently at startup.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48920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44568" y="50566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workflow.db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5394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WorkflowCore's own state. A separate file so engine polling and UI polling never fight over one SQLite lock.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892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39328" y="5056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per-job folders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5394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assets/input/&lt;jobId&gt;, assets/processed/&lt;jobId&gt;, transcripts/&lt;jobId&gt; — no shared "first file wins".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90688" y="4480560"/>
            <a:ext cx="0" cy="411480"/>
          </a:xfrm>
          <a:prstGeom prst="line">
            <a:avLst/>
          </a:prstGeom>
          <a:noFill/>
          <a:ln w="12700">
            <a:solidFill>
              <a:srgbClr val="8A918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18888" y="4480560"/>
            <a:ext cx="0" cy="411480"/>
          </a:xfrm>
          <a:prstGeom prst="line">
            <a:avLst/>
          </a:prstGeom>
          <a:noFill/>
          <a:ln w="12700">
            <a:solidFill>
              <a:srgbClr val="8A918E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1 &amp;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then describe the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63624"/>
            <a:ext cx="5509218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C:\Users\anast\AppData\Local\Temp\claude\C--Projects-Hakaton-HealthTech-health-tech-ui\6d3ca611-6dab-4331-b190-f96380dc793e\scratchpad\shots\0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3606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42490" y="1563624"/>
            <a:ext cx="4528274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1" descr="C:\Users\anast\AppData\Local\Temp\claude\C--Projects-Hakaton-HealthTech-health-tech-ui\6d3ca611-6dab-4331-b190-f96380dc793e\scratchpad\shots\02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66" y="1600200"/>
            <a:ext cx="4455122" cy="4114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97880"/>
            <a:ext cx="5436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with upload progress (XHR). Content is validated server-side — a non-audio file is rejected with 422 right away.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579066" y="5897880"/>
            <a:ext cx="4455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fills duration, size and format. The user picks a title, speaker count and discussion type, which selects prompts and glossaries.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UPLOAD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upload is split into two calls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3B3D"/>
          </a:solidFill>
          <a:ln w="12700">
            <a:solidFill>
              <a:srgbClr val="0B3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probe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under a sanitized name in assets/input/&lt;jobId&gt;/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 checks the content, not the extension: no audio stream → 422 NotAudio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Jobs row in status Uploaded; the folder is removed on every failure path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fileId, size, format and duration for the form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828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3B3D"/>
          </a:solidFill>
          <a:ln w="12700">
            <a:solidFill>
              <a:srgbClr val="0B3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/jobs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39912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start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423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discussionType against the profiles and speakersCount 1..20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file is still on disk before touching the status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Uploaded → Pending and starts the workflow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fileId is the job id — there is no separate file entity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0B3B3D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2303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Jobs SET Status = 'Pending' … WHERE Id = @id AND Status = 'Uploaded'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6418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statement: two simultaneous saves of the same file give one job and one 409 — never two workflows on the same audio.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one progress 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663751" cy="457200"/>
          </a:xfrm>
          <a:prstGeom prst="rect">
            <a:avLst/>
          </a:prstGeom>
          <a:solidFill>
            <a:srgbClr val="9FD3D2"/>
          </a:solidFill>
          <a:ln w="19050">
            <a:solidFill>
              <a:srgbClr val="F6F7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4808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 · 0–15%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2391" y="1508760"/>
            <a:ext cx="4436669" cy="457200"/>
          </a:xfrm>
          <a:prstGeom prst="rect">
            <a:avLst/>
          </a:prstGeom>
          <a:solidFill>
            <a:srgbClr val="3FA9A8"/>
          </a:solidFill>
          <a:ln w="19050">
            <a:solidFill>
              <a:srgbClr val="F6F7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03831" y="1508760"/>
            <a:ext cx="425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· 15–55%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49060" y="1508760"/>
            <a:ext cx="2551085" cy="457200"/>
          </a:xfrm>
          <a:prstGeom prst="rect">
            <a:avLst/>
          </a:prstGeom>
          <a:solidFill>
            <a:srgbClr val="0F7F80"/>
          </a:solidFill>
          <a:ln w="19050">
            <a:solidFill>
              <a:srgbClr val="F6F7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40500" y="1508760"/>
            <a:ext cx="2368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· 55–78%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00144" y="1508760"/>
            <a:ext cx="2440168" cy="457200"/>
          </a:xfrm>
          <a:prstGeom prst="rect">
            <a:avLst/>
          </a:prstGeom>
          <a:solidFill>
            <a:srgbClr val="0B3B3D"/>
          </a:solidFill>
          <a:ln w="19050">
            <a:solidFill>
              <a:srgbClr val="F6F7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91584" y="1508760"/>
            <a:ext cx="225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+ minutes · 78–100%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011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shows four stages; each backend step owns a slice of the bar, weighted by how long it takes.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70048"/>
            <a:ext cx="365760" cy="365760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audio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6517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723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→ PCM WAV; keeps rate and bit depth, copies PCM as-is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11396" y="246888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94276" y="2670048"/>
            <a:ext cx="365760" cy="365760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4276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97196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model input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08876" y="26517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97196" y="30723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16 kHz mono WAV shared by every model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74152" y="246888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57032" y="2670048"/>
            <a:ext cx="365760" cy="365760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57032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2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speech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771632" y="26517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759952" y="30723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→ 15–25 s chunks cut at pauses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3995928"/>
            <a:ext cx="365760" cy="365760"/>
          </a:xfrm>
          <a:prstGeom prst="ellipse">
            <a:avLst/>
          </a:prstGeom>
          <a:solidFill>
            <a:srgbClr val="3FA9A8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246120" y="3977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4398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large-v3, language ro, chunk by chunk on the GPU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11396" y="379476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94276" y="3995928"/>
            <a:ext cx="365760" cy="365760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94276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997196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008876" y="3977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97196" y="4398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sherpa-onnx: pyannote segmentation + WeSpeaker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74152" y="379476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57032" y="3995928"/>
            <a:ext cx="365760" cy="365760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57032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759952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speakers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0771632" y="3977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78%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759952" y="4398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goes to the speaker it overlaps most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51206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1520" y="5321808"/>
            <a:ext cx="365760" cy="365760"/>
          </a:xfrm>
          <a:prstGeom prst="ellipse">
            <a:avLst/>
          </a:prstGeom>
          <a:solidFill>
            <a:srgbClr val="0B3B3D"/>
          </a:solidFill>
          <a:ln w="12700">
            <a:solidFill>
              <a:srgbClr val="0B3B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234440" y="5303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terms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3246120" y="53035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234440" y="5724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+ glossaries, every change validated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311396" y="51206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94276" y="5321808"/>
            <a:ext cx="365760" cy="365760"/>
          </a:xfrm>
          <a:prstGeom prst="ellipse">
            <a:avLst/>
          </a:prstGeom>
          <a:solidFill>
            <a:srgbClr val="0B3B3D"/>
          </a:solidFill>
          <a:ln w="12700">
            <a:solidFill>
              <a:srgbClr val="0B3B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94276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997196" y="5303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7008876" y="53035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997196" y="5724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.speakers.json — the transcript the UI reads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8074152" y="51206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57032" y="5321808"/>
            <a:ext cx="365760" cy="365760"/>
          </a:xfrm>
          <a:prstGeom prst="ellipse">
            <a:avLst/>
          </a:prstGeom>
          <a:solidFill>
            <a:srgbClr val="0B3B3D"/>
          </a:solidFill>
          <a:ln w="12700">
            <a:solidFill>
              <a:srgbClr val="0B3B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57032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759952" y="5303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minutes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10771632" y="53035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8759952" y="5724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facts → write document → verify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you can walk away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7114032" cy="447370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C:\Users\anast\AppData\Local\Temp\claude\C--Projects-Hakaton-HealthTech-health-tech-ui\6d3ca611-6dab-4331-b190-f96380dc793e\scratchpad\shots\03-proce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4400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91640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76488" y="16733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not sockets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76488" y="1984248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/jobs/{id} every 3 s — steps take minutes, so that is plenty.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2807208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76488" y="27889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never goes backwards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76488" y="3099816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steps report inside their band: "chunk 3 of 7", "batch 2 of 5", minutes phases.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01000" y="3922776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76488" y="39044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 → four stages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76488" y="4215384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maps percent bands to readable Romanian stage names.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01000" y="5038344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502005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page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76488" y="533095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"În curs" sidebar tracks every running job and raises a toast when it is ready or failed.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sound to "who said what"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55971" y="1686277"/>
            <a:ext cx="81512" cy="330766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1824" y="1685329"/>
            <a:ext cx="81512" cy="33266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7678" y="1729731"/>
            <a:ext cx="81512" cy="24385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3532" y="1782643"/>
            <a:ext cx="81512" cy="13803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9386" y="1793410"/>
            <a:ext cx="81512" cy="116500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5239" y="1790598"/>
            <a:ext cx="81512" cy="12212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1093" y="1753334"/>
            <a:ext cx="81512" cy="19665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6947" y="1732998"/>
            <a:ext cx="81512" cy="23732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2800" y="1758114"/>
            <a:ext cx="81512" cy="18709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8654" y="1773576"/>
            <a:ext cx="81512" cy="156168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4508" y="1694240"/>
            <a:ext cx="81512" cy="31483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0362" y="1648467"/>
            <a:ext cx="81512" cy="40638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215" y="1663340"/>
            <a:ext cx="81512" cy="37664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2069" y="1731358"/>
            <a:ext cx="81512" cy="240605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7923" y="1785371"/>
            <a:ext cx="81512" cy="13257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3776" y="1729536"/>
            <a:ext cx="81512" cy="24424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9630" y="1724064"/>
            <a:ext cx="81512" cy="25519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5484" y="1757456"/>
            <a:ext cx="81512" cy="18840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1338" y="1794050"/>
            <a:ext cx="81512" cy="11522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7191" y="1799653"/>
            <a:ext cx="81512" cy="10401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3045" y="1765693"/>
            <a:ext cx="81512" cy="17193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8899" y="1715608"/>
            <a:ext cx="81512" cy="27210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4752" y="1689139"/>
            <a:ext cx="81512" cy="325043"/>
          </a:xfrm>
          <a:prstGeom prst="roundRect">
            <a:avLst>
              <a:gd name="adj" fmla="val 33654"/>
            </a:avLst>
          </a:prstGeom>
          <a:solidFill>
            <a:srgbClr val="D9DEDD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0606" y="1714977"/>
            <a:ext cx="81512" cy="273366"/>
          </a:xfrm>
          <a:prstGeom prst="roundRect">
            <a:avLst>
              <a:gd name="adj" fmla="val 33654"/>
            </a:avLst>
          </a:prstGeom>
          <a:solidFill>
            <a:srgbClr val="D9DEDD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16460" y="1790107"/>
            <a:ext cx="81512" cy="123106"/>
          </a:xfrm>
          <a:prstGeom prst="roundRect">
            <a:avLst>
              <a:gd name="adj" fmla="val 33654"/>
            </a:avLst>
          </a:prstGeom>
          <a:solidFill>
            <a:srgbClr val="D9DEDD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2314" y="1720666"/>
            <a:ext cx="81512" cy="26198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88167" y="1661974"/>
            <a:ext cx="81512" cy="37937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24021" y="1662324"/>
            <a:ext cx="81512" cy="37867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9875" y="1715196"/>
            <a:ext cx="81512" cy="272928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95728" y="1784734"/>
            <a:ext cx="81512" cy="13385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31582" y="1770764"/>
            <a:ext cx="81512" cy="16179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67436" y="1770319"/>
            <a:ext cx="81512" cy="16268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3290" y="1799301"/>
            <a:ext cx="81512" cy="104718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9143" y="1772854"/>
            <a:ext cx="81512" cy="15761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4997" y="1782994"/>
            <a:ext cx="81512" cy="13733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10851" y="1765479"/>
            <a:ext cx="81512" cy="17236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6704" y="1698576"/>
            <a:ext cx="81512" cy="30616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82558" y="1659009"/>
            <a:ext cx="81512" cy="38530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18412" y="1676606"/>
            <a:ext cx="81512" cy="350108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54266" y="1748421"/>
            <a:ext cx="81512" cy="20647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90119" y="1761008"/>
            <a:ext cx="81512" cy="18130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25973" y="1696390"/>
            <a:ext cx="81512" cy="31053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61827" y="1686179"/>
            <a:ext cx="81512" cy="33096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97680" y="1724283"/>
            <a:ext cx="81512" cy="25475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33534" y="1776407"/>
            <a:ext cx="81512" cy="150505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69388" y="1796313"/>
            <a:ext cx="81512" cy="11069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05242" y="1791022"/>
            <a:ext cx="81512" cy="121276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41095" y="1753233"/>
            <a:ext cx="81512" cy="19685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6949" y="1727745"/>
            <a:ext cx="81512" cy="247831"/>
          </a:xfrm>
          <a:prstGeom prst="roundRect">
            <a:avLst>
              <a:gd name="adj" fmla="val 33654"/>
            </a:avLst>
          </a:prstGeom>
          <a:solidFill>
            <a:srgbClr val="D9DEDD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12803" y="1746054"/>
            <a:ext cx="81512" cy="211211"/>
          </a:xfrm>
          <a:prstGeom prst="roundRect">
            <a:avLst>
              <a:gd name="adj" fmla="val 33654"/>
            </a:avLst>
          </a:prstGeom>
          <a:solidFill>
            <a:srgbClr val="D9DEDD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48656" y="1789291"/>
            <a:ext cx="81512" cy="12473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84510" y="1707052"/>
            <a:ext cx="81512" cy="28921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20364" y="1652218"/>
            <a:ext cx="81512" cy="398885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6218" y="1656032"/>
            <a:ext cx="81512" cy="39125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92071" y="1716409"/>
            <a:ext cx="81512" cy="27050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27925" y="1799257"/>
            <a:ext cx="81512" cy="104806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3779" y="1740164"/>
            <a:ext cx="81512" cy="222993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99632" y="1727526"/>
            <a:ext cx="81512" cy="24826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35486" y="1756466"/>
            <a:ext cx="81512" cy="190388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871340" y="1793481"/>
            <a:ext cx="81512" cy="11635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07194" y="1797750"/>
            <a:ext cx="81512" cy="107820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43047" y="1771343"/>
            <a:ext cx="81512" cy="160634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78901" y="1719170"/>
            <a:ext cx="81512" cy="26497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14755" y="1685497"/>
            <a:ext cx="81512" cy="332327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550608" y="1702385"/>
            <a:ext cx="81512" cy="298549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86462" y="1771944"/>
            <a:ext cx="81512" cy="159432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22316" y="1737429"/>
            <a:ext cx="81512" cy="22846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58170" y="1670685"/>
            <a:ext cx="81512" cy="361950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4023" y="1660427"/>
            <a:ext cx="81512" cy="382466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29877" y="1705474"/>
            <a:ext cx="81512" cy="292371"/>
          </a:xfrm>
          <a:prstGeom prst="roundRect">
            <a:avLst>
              <a:gd name="adj" fmla="val 33654"/>
            </a:avLst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7724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chunks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828800" y="2194560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E8F3F2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82880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· ~20 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257800" y="219456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E8F3F2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2578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 · ~20 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869680" y="219456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E8F3F2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8696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 · ~20 s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77724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828800" y="2670048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7C83E8"/>
          </a:solidFill>
          <a:ln w="12700">
            <a:solidFill>
              <a:srgbClr val="7C83E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828800" y="2670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611880" y="267004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4CC3C0"/>
          </a:solidFill>
          <a:ln w="12700">
            <a:solidFill>
              <a:srgbClr val="4CC3C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611880" y="2670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257800" y="2670048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7C83E8"/>
          </a:solidFill>
          <a:ln w="12700">
            <a:solidFill>
              <a:srgbClr val="7C83E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257800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680960" y="267004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4CC3C0"/>
          </a:solidFill>
          <a:ln w="12700">
            <a:solidFill>
              <a:srgbClr val="4CC3C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680960" y="2670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869680" y="2670048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7C83E8"/>
          </a:solidFill>
          <a:ln w="12700">
            <a:solidFill>
              <a:srgbClr val="7C83E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86968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8640" y="3383280"/>
            <a:ext cx="35753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49808" y="3584448"/>
            <a:ext cx="347472" cy="347472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4980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1207008" y="358444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with Silero VAD</a:t>
            </a:r>
            <a:endParaRPr lang="en-US" sz="1500" dirty="0"/>
          </a:p>
        </p:txBody>
      </p:sp>
      <p:sp>
        <p:nvSpPr>
          <p:cNvPr id="98" name="Text 96"/>
          <p:cNvSpPr txBox="1"/>
          <p:nvPr/>
        </p:nvSpPr>
        <p:spPr>
          <a:xfrm>
            <a:off x="749808" y="4114800"/>
            <a:ext cx="3172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regions grouped at pauses into 15–25 s chunks, padded 0.25 s per side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Pause-less speech is cut at the quietest 100 ms frame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Whisper repetition loops from spreading across the recording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4306824" y="3383280"/>
            <a:ext cx="35753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4507992" y="3584448"/>
            <a:ext cx="347472" cy="347472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507992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2" name="Text 100"/>
          <p:cNvSpPr txBox="1"/>
          <p:nvPr/>
        </p:nvSpPr>
        <p:spPr>
          <a:xfrm>
            <a:off x="4965192" y="358444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with Whisper</a:t>
            </a:r>
            <a:endParaRPr lang="en-US" sz="1500" dirty="0"/>
          </a:p>
        </p:txBody>
      </p:sp>
      <p:sp>
        <p:nvSpPr>
          <p:cNvPr id="103" name="Text 101"/>
          <p:cNvSpPr txBox="1"/>
          <p:nvPr/>
        </p:nvSpPr>
        <p:spPr>
          <a:xfrm>
            <a:off x="4507992" y="4114800"/>
            <a:ext cx="3172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large-v3 with language forced to ro: auto-detect misfires per chunk and translates to Russian; turbo loops more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GPU, CPU fallback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p &lt; 0.5 are flagged as lowConfidence</a:t>
            </a:r>
            <a:endParaRPr lang="en-US" sz="1350" dirty="0"/>
          </a:p>
        </p:txBody>
      </p:sp>
      <p:sp>
        <p:nvSpPr>
          <p:cNvPr id="104" name="Shape 102"/>
          <p:cNvSpPr/>
          <p:nvPr/>
        </p:nvSpPr>
        <p:spPr>
          <a:xfrm>
            <a:off x="8065008" y="3383280"/>
            <a:ext cx="35753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266176" y="3584448"/>
            <a:ext cx="347472" cy="347472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266176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8723376" y="358444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 and align</a:t>
            </a:r>
            <a:endParaRPr lang="en-US" sz="1500" dirty="0"/>
          </a:p>
        </p:txBody>
      </p:sp>
      <p:sp>
        <p:nvSpPr>
          <p:cNvPr id="108" name="Text 106"/>
          <p:cNvSpPr txBox="1"/>
          <p:nvPr/>
        </p:nvSpPr>
        <p:spPr>
          <a:xfrm>
            <a:off x="8266176" y="4114800"/>
            <a:ext cx="3172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sherpa-onnx: pyannote segmentation 3.0 + WeSpeaker embeddings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turns — the shorter overlapping turn wins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Whisper segment goes to the speaker with the largest overlap; labels are Speaker 1..N in order of appearance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medical terms with a local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02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cut into sentence pieces that cover the text exactly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5120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34056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24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352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pieces per request, previous pieces as context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5120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66744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glossary lines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679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lines sharing 5-letter prefixes with the batch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5120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599432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489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Qwen2.5-7B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800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+ LLamaSharp, GGUF on CPU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30952"/>
            <a:ext cx="5120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532120"/>
            <a:ext cx="384048" cy="384048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422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733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risky edits, retry bad output, else keep original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1600200"/>
            <a:ext cx="56509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17920" y="17556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glossaries, per profile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2194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terms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2423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1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hidrocefalie | гидроцефалия | hydrocephalus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43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2743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Moldovan speech — "NOT errors"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29718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1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davai | давай | hai, bine, de acord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2918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32918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ASR mishearings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35204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1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mio cardic → miocardic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9320" y="4114800"/>
            <a:ext cx="5650992" cy="2130552"/>
          </a:xfrm>
          <a:prstGeom prst="roundRect">
            <a:avLst>
              <a:gd name="adj" fmla="val 5150"/>
            </a:avLst>
          </a:prstGeom>
          <a:solidFill>
            <a:srgbClr val="0B3B3D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217920" y="42519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CorrectionValidator rejects a change when…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4645152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changed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translation (Cyrillic share shifts by &gt; 0.15, word runs reordered)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changes by more than 30%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exceeds 25%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MINUTES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that are checked against the transcript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0992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facts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585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04288" y="2103120"/>
            <a:ext cx="237744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6002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70992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minutes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22585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03120"/>
            <a:ext cx="237744" cy="0"/>
          </a:xfrm>
          <a:prstGeom prst="line">
            <a:avLst/>
          </a:prstGeom>
          <a:noFill/>
          <a:ln w="19050">
            <a:solidFill>
              <a:srgbClr val="8A91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6002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B3B3D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70992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vs transcript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2585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pipeline step; the same local LLM, three passes.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 Quill Delta; the PDF is rendered from that Delta (PDFsharp/MigraDoc).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fails, the job still completes — the transcript is the result, and POST /document/save/{id} regenerates the minutes (6–10 min).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over 6,000 characters are rejected, never silently truncated.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75120" y="1600200"/>
            <a:ext cx="496519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737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has three outcomes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31152" y="2350008"/>
            <a:ext cx="219456" cy="21945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224028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consistent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248716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discrepancies found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31152" y="2935224"/>
            <a:ext cx="219456" cy="219456"/>
          </a:xfrm>
          <a:prstGeom prst="ellipse">
            <a:avLst/>
          </a:prstGeom>
          <a:solidFill>
            <a:srgbClr val="E3A13B"/>
          </a:solidFill>
          <a:ln w="12700">
            <a:solidFill>
              <a:srgbClr val="E3A1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96912" y="28254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findings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307238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quotes and a fix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31152" y="3520440"/>
            <a:ext cx="219456" cy="219456"/>
          </a:xfrm>
          <a:prstGeom prst="ellipse">
            <a:avLst/>
          </a:prstGeom>
          <a:solidFill>
            <a:srgbClr val="8A918E"/>
          </a:solidFill>
          <a:ln w="12700">
            <a:solidFill>
              <a:srgbClr val="8A91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34107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verify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36576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saved, marked unverified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4297680"/>
            <a:ext cx="4965192" cy="1947672"/>
          </a:xfrm>
          <a:prstGeom prst="roundRect">
            <a:avLst>
              <a:gd name="adj" fmla="val 5634"/>
            </a:avLst>
          </a:prstGeom>
          <a:solidFill>
            <a:srgbClr val="FDF3E1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903720" y="44348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kinds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 </a:t>
            </a:r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with no basis in the transcript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5266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 </a:t>
            </a:r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important left out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 </a:t>
            </a:r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transcript disagree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minutes, with the verification up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7114032" cy="447370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C:\Users\anast\AppData\Local\Temp\claude\C--Projects-Hakaton-HealthTech-health-tech-ui\6d3ca611-6dab-4331-b190-f96380dc793e\scratchpad\shots\04-m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4400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91640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76488" y="16733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first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76488" y="1984248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contradiction is shown with both quotes and a proposed correction before the text.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2807208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76488" y="27889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Proces-verbal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76488" y="3099816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decisions, actions — structure depends on the discussion type.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01000" y="3922776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76488" y="39044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76488" y="4215384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/document/downloadpdf/{id}, rendered from the saved document, no LLM involved.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01000" y="5038344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502005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facts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76488" y="533095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detected vs declared speakers, type and processing time.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by speaker, and who the speakers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3787508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C:\Users\anast\AppData\Local\Temp\claude\C--Projects-Hakaton-HealthTech-health-tech-ui\6d3ca611-6dab-4331-b190-f96380dc793e\scratchpad\shots\0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714356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37900" y="1563624"/>
            <a:ext cx="2668149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1" descr="C:\Users\anast\AppData\Local\Temp\claude\C--Projects-Hakaton-HealthTech-health-tech-ui\6d3ca611-6dab-4331-b190-f96380dc793e\scratchpad\shots\06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76" y="1600200"/>
            <a:ext cx="2594997" cy="4343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73" y="1645920"/>
            <a:ext cx="3913639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25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with time codes and a color per speaker, straight from GET /jobs/{id}/result.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linking</a:t>
            </a:r>
            <a:endParaRPr lang="en-US" sz="125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voice shows talk time and a sample quote. Pick a person from the directory, or accept all suggestions at once.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/persons and PUT /jobs/{id}/speakers store bindings; names are substituted on the fly, files are never rewritten.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7114032" cy="4473702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C:\Users\anast\AppData\Local\Temp\claude\C--Projects-Hakaton-HealthTech-health-tech-ui\6d3ca611-6dab-4331-b190-f96380dc793e\scratchpad\shots\07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4400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91640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76488" y="16733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76488" y="19842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mail client with subject and text filled in; the PDF is attached by hand.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2926080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76488" y="29077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from speakers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76488" y="321868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speakers are linked to people, they become one-click recipients.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01000" y="4160520"/>
            <a:ext cx="329184" cy="329184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76488" y="414223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as 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76488" y="445312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minutes as plain text for chat or an EHR note.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keep long jobs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retry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1576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cost minutes and fail for reasons a retry will not fix. The engine terminates, the job goes to Failed with a message.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06824" y="160020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82880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zombie jobs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71576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Pending/Running rows are failed at startup, before the engine resumes, so nothing spins in Running forever.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3608" y="182880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stays failed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71576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checks for Failed before its first progress report; status only rises out of Pending/Running.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at startup, not at step 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9320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models, prompts or glossaries abort startup (ValidateOnStart, eager profile catalog).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06824" y="397764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5424" y="420624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35424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as ProblemDetails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509320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errors map to RFC 7807 in exception handlers; the UI shows Romanian text by title.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65008" y="3977640"/>
            <a:ext cx="35753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3608" y="4206240"/>
            <a:ext cx="384048" cy="384048"/>
          </a:xfrm>
          <a:prstGeom prst="ellipse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never touched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09320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writes .partial then renames; per-job folders; the input file is never modified.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2560320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6888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22, standalone components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41248" y="3273552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1821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zoneless change detection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3986784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89534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with XHR for upload progress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700016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Quill delta rendering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5413248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5321808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Prettier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06824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81144" y="1828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99432" y="2560320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55464" y="246888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API, .NET 10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99432" y="3273552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31821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WorkflowCore on SQLite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99432" y="3986784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55464" y="389534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+ Microsoft.Data.Sqlite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99432" y="4700016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55464" y="46085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Serilog, OpenAPI + Swagger UI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99432" y="5413248"/>
            <a:ext cx="128016" cy="128016"/>
          </a:xfrm>
          <a:prstGeom prst="ellipse">
            <a:avLst/>
          </a:prstGeom>
          <a:solidFill>
            <a:srgbClr val="0F7F80"/>
          </a:solidFill>
          <a:ln w="12700">
            <a:solidFill>
              <a:srgbClr val="0F7F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55464" y="5321808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5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PDFsharp / MigraDoc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65008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0B3B3D"/>
          </a:solidFill>
          <a:ln w="9525">
            <a:solidFill>
              <a:srgbClr val="DEE3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39328" y="1828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all local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357616" y="2560320"/>
            <a:ext cx="128016" cy="128016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13648" y="246888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/ ffprobe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357616" y="3273552"/>
            <a:ext cx="128016" cy="128016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13648" y="31821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VAD, Whisper.net (large-v3, Vulkan)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57616" y="3986784"/>
            <a:ext cx="128016" cy="128016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13648" y="389534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sherpa-onnx: pyannote 3.0 + WeSpeaker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57616" y="4700016"/>
            <a:ext cx="128016" cy="128016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13648" y="46085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+ LLamaSharp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357616" y="5413248"/>
            <a:ext cx="128016" cy="128016"/>
          </a:xfrm>
          <a:prstGeom prst="ellipse">
            <a:avLst/>
          </a:prstGeom>
          <a:solidFill>
            <a:srgbClr val="9FD3D2"/>
          </a:solidFill>
          <a:ln w="12700">
            <a:solidFill>
              <a:srgbClr val="9FD3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13648" y="5321808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Q4_K_M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1779" y="5162339"/>
            <a:ext cx="95098" cy="831002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0275" y="5236580"/>
            <a:ext cx="95098" cy="68252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771" y="5428685"/>
            <a:ext cx="95098" cy="298311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7267" y="5256213"/>
            <a:ext cx="95098" cy="643255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5763" y="5120080"/>
            <a:ext cx="95098" cy="915521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4259" y="5128936"/>
            <a:ext cx="95098" cy="897807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2755" y="5258973"/>
            <a:ext cx="95098" cy="637734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1251" y="5419163"/>
            <a:ext cx="95098" cy="317355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9747" y="5391772"/>
            <a:ext cx="95098" cy="372136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8243" y="5405280"/>
            <a:ext cx="95098" cy="34512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6739" y="5419286"/>
            <a:ext cx="95098" cy="317108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5235" y="5363119"/>
            <a:ext cx="95098" cy="429442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3731" y="5404215"/>
            <a:ext cx="95098" cy="34725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2227" y="5357990"/>
            <a:ext cx="95098" cy="43970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0723" y="5188371"/>
            <a:ext cx="95098" cy="778937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9219" y="5095693"/>
            <a:ext cx="95098" cy="964294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7715" y="5147375"/>
            <a:ext cx="95098" cy="86093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6211" y="5328051"/>
            <a:ext cx="95098" cy="499578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707" y="5357145"/>
            <a:ext cx="95098" cy="441390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3203" y="5209622"/>
            <a:ext cx="95098" cy="736436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1699" y="5194706"/>
            <a:ext cx="95098" cy="766267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195" y="5289399"/>
            <a:ext cx="95098" cy="576881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58691" y="5406592"/>
            <a:ext cx="95098" cy="342497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7187" y="5447782"/>
            <a:ext cx="95098" cy="260116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5683" y="5407812"/>
            <a:ext cx="95098" cy="340056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4179" y="5308716"/>
            <a:ext cx="95098" cy="538248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2675" y="5252123"/>
            <a:ext cx="95098" cy="651434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1171" y="5310281"/>
            <a:ext cx="95098" cy="535119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9667" y="5422497"/>
            <a:ext cx="95098" cy="310687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8163" y="5217282"/>
            <a:ext cx="95098" cy="721115"/>
          </a:xfrm>
          <a:prstGeom prst="roundRect">
            <a:avLst>
              <a:gd name="adj" fmla="val 28846"/>
            </a:avLst>
          </a:prstGeom>
          <a:solidFill>
            <a:srgbClr val="1E5B5D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1234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hackathon, shaped for a hospital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309360" y="8686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24A4C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9875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13258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is open today.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1947672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24A4C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37960" y="2066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Glossaries beyond medicine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24048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exists for administrative and financial records; content does not.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026664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24A4C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31455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mishearing list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34838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by hand from the correction reports.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4105656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24A4C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37960" y="42245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identification by voice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45628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is manual now; suggestions are a UI stub.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5184648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24A4C"/>
          </a:solidFill>
          <a:ln w="12700">
            <a:solidFill>
              <a:srgbClr val="1E5B5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37960" y="5303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minutes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537960" y="5641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6,000-character transcript limit.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CodeBlue — speech to verified minutes</dc:title>
  <dc:subject>PptxGenJS Presentation</dc:subject>
  <dc:creator>PptxGenJS</dc:creator>
  <cp:lastModifiedBy>PptxGenJS</cp:lastModifiedBy>
  <cp:revision>1</cp:revision>
  <dcterms:created xsi:type="dcterms:W3CDTF">2026-09-26T17:25:39Z</dcterms:created>
  <dcterms:modified xsi:type="dcterms:W3CDTF">2026-09-26T17:25:39Z</dcterms:modified>
</cp:coreProperties>
</file>